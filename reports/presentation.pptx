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1fbd2f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1fbd2f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1fbd2f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1fbd2f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1fbd2f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1fbd2f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1fbd2fd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1fbd2f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1fbd2f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1fbd2f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1fbd2fd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1fbd2fd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d1fbd2fd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d1fbd2fd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1fbd2fd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d1fbd2fd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1fbd2fd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1fbd2fd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d1fbd2fd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d1fbd2fd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1fbd2fd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d1fbd2fd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1fbd2fd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d1fbd2fd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1fbd2fd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1fbd2fd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1fbd2fd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1fbd2fd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d1fbd2fd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d1fbd2fd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1fbd2f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1fbd2f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d1fbd2fd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d1fbd2fd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Provider Fraud Detection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Lojean Kasem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Aya Mostafa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Menna Kurdi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Habiba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Detect Healthcare Fraud?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Fraud drains millions yearly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 to catch manually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Fraudulent providers mimic normal behavior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Need a smarter detection system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4 Datasets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Beneficiary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Inpatient claims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Outpatient claims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Provider fraud labels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Merging Keys: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BeneID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Provider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Cleaning Steps Performed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Converted date strings → datetime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Computed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ClaimDuration</a:t>
            </a:r>
            <a:r>
              <a:rPr lang="en" sz="1100">
                <a:solidFill>
                  <a:schemeClr val="dk1"/>
                </a:solidFill>
              </a:rPr>
              <a:t> = End − Start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Replaced missing numeric fields with 0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Standardized column formats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Removed unused ID-level columns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Provider-Level Aggregation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For Inpatient &amp; Outpatient claims: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Amount Reimbursed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Total Deductible Paid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Number of Claims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Mean Claim Duration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Capture unusual spending behavior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Imbalance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Fraud Cases = Only ~10%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Very imbalanced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Used SMOTE to oversample the fraud class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Applied only to training set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452" y="758075"/>
            <a:ext cx="4397250" cy="31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Training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Models Implemented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Logistic Regression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Random Forest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Gradient Boosting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Training Details: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Train/Test split: 80/20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SMOTE applied on X_train, y_train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 models trained on same feature set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Metrics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Precision, Recall, F1-score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Confusion Matrix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ROC-AUC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PR-AUC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960" y="154875"/>
            <a:ext cx="3220914" cy="241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950" y="2687325"/>
            <a:ext cx="3220926" cy="229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Matrices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Model Confusion Matrices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Logistic Regression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Random Forest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Gradient Boosting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622" y="73375"/>
            <a:ext cx="3262450" cy="24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175" y="2571750"/>
            <a:ext cx="3262450" cy="2316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100" y="1671425"/>
            <a:ext cx="3172100" cy="225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Results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Your Actual Results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LR:</a:t>
            </a:r>
            <a:r>
              <a:rPr lang="en" sz="1100">
                <a:solidFill>
                  <a:schemeClr val="dk1"/>
                </a:solidFill>
              </a:rPr>
              <a:t> AUC = 0.958 | High FP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RF:</a:t>
            </a:r>
            <a:r>
              <a:rPr lang="en" sz="1100">
                <a:solidFill>
                  <a:schemeClr val="dk1"/>
                </a:solidFill>
              </a:rPr>
              <a:t> AUC = 0.945 | Balanced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GB:</a:t>
            </a:r>
            <a:r>
              <a:rPr lang="en" sz="1100">
                <a:solidFill>
                  <a:schemeClr val="dk1"/>
                </a:solidFill>
              </a:rPr>
              <a:t> AUC = 0.951 | Best FN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Error Analysis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Logistic Regression — Error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Highest false positives = 129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Misclassified many </a:t>
            </a:r>
            <a:r>
              <a:rPr b="1" lang="en" sz="1100">
                <a:solidFill>
                  <a:schemeClr val="dk1"/>
                </a:solidFill>
              </a:rPr>
              <a:t>legitimate providers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Often triggered by: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high deductibles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long claim durations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525" y="1017725"/>
            <a:ext cx="3896875" cy="381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Error Analysis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Random Forest — Error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Balanced performance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Moderate false positives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Moderate false negatives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Errors often caused by: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mixed patterns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overlapping claim behaviors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900" y="1030650"/>
            <a:ext cx="4232400" cy="40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Boosting Error Analysis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Gradient Boosting — Error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Lowest false negatives = 16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Best at catching actual fraud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Mistakes mostly in: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borderline providers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• low-value claims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072" y="1017725"/>
            <a:ext cx="4120975" cy="39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 Results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Your Actual Results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LR:</a:t>
            </a:r>
            <a:r>
              <a:rPr lang="en" sz="1100">
                <a:solidFill>
                  <a:schemeClr val="dk1"/>
                </a:solidFill>
              </a:rPr>
              <a:t> AUC = 0.958 | High FP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RF:</a:t>
            </a:r>
            <a:r>
              <a:rPr lang="en" sz="1100">
                <a:solidFill>
                  <a:schemeClr val="dk1"/>
                </a:solidFill>
              </a:rPr>
              <a:t> AUC = 0.945 | Balanced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GB:</a:t>
            </a:r>
            <a:r>
              <a:rPr lang="en" sz="1100">
                <a:solidFill>
                  <a:schemeClr val="dk1"/>
                </a:solidFill>
              </a:rPr>
              <a:t> AUC = 0.951 | Best FN performance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Models Made Mistakes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False Positives:</a:t>
            </a:r>
            <a:r>
              <a:rPr lang="en" sz="1100">
                <a:solidFill>
                  <a:schemeClr val="dk1"/>
                </a:solidFill>
              </a:rPr>
              <a:t> unusually high deductibles or claim durations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False Negatives:</a:t>
            </a:r>
            <a:r>
              <a:rPr lang="en" sz="1100">
                <a:solidFill>
                  <a:schemeClr val="dk1"/>
                </a:solidFill>
              </a:rPr>
              <a:t> subtle patterns or low claim frequency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GB had </a:t>
            </a:r>
            <a:r>
              <a:rPr b="1" lang="en" sz="1100">
                <a:solidFill>
                  <a:schemeClr val="dk1"/>
                </a:solidFill>
              </a:rPr>
              <a:t>lowest FN = 16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LR had </a:t>
            </a:r>
            <a:r>
              <a:rPr b="1" lang="en" sz="1100">
                <a:solidFill>
                  <a:schemeClr val="dk1"/>
                </a:solidFill>
              </a:rPr>
              <a:t>highest FP = 129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 Results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Why does the model predict fraud?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ClaimDuration_x is the strongest fraud indicator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reimbursement &amp; deductible amounts push predictions toward fraud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inpatient claim counts increase fraud likelihood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SHAP shows feature impact → improves trust &amp; interpretability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925" y="73375"/>
            <a:ext cx="3571100" cy="229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107" y="2702200"/>
            <a:ext cx="3414742" cy="19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This Helps Medicare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 fraud earlier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Reduce financial losses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Prioritize investigations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Improve audit efficiency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 evidence-based decisions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Recommendation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Recommended System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 Gradient Boosting as main model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Use Random Forest for interpretability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Integrate with fraud investigation workflow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